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451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3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1">
                <a:solidFill>
                  <a:srgbClr val="F2F6FA"/>
                </a:solidFill>
                <a:latin typeface="Aptos Display"/>
              </a:rPr>
              <a:t>MongoDB WiredTiger
Storage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B0BECC"/>
                </a:solidFill>
              </a:rPr>
              <a:t>Internals • Cache • Eviction • Dirty Pages • Checkpoints • Journaling • Concurrency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91DC"/>
                </a:solidFill>
              </a:rPr>
              <a:t>MongoDB 8.x / Ubuntu • Professional DBA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MongoDB Storage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99212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44348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Application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7530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039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87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MongoDB Query Layer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784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070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18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Storage Engine 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154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01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50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WiredTiger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846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132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81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Linux I/O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8778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1638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7125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Storage Device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WiredTiger: Core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Persistent storage for collections and indexes.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Internal memory cache and page management.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Document-level write concurrency and optimistic conflict handling.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MVCC snapshots and transactional storage semantics.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Checkpointing and crash recovery.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Write-ahead journaling for durability between checkpoints.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Compression of data and journal structures.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Extensive storage-engine statistics exposed through </a:t>
            </a:r>
            <a:r>
              <a:rPr dirty="0" err="1"/>
              <a:t>serverStatus</a:t>
            </a:r>
            <a:r>
              <a:rPr dirty="0"/>
              <a:t>().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Memory Model: WiredTiger Cache + Filesystem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MongoDB uses both the </a:t>
            </a:r>
            <a:r>
              <a:rPr dirty="0" err="1"/>
              <a:t>WiredTiger</a:t>
            </a:r>
            <a:r>
              <a:rPr dirty="0"/>
              <a:t> internal cache and the Linux filesystem cache.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Collection data in the </a:t>
            </a:r>
            <a:r>
              <a:rPr dirty="0" err="1"/>
              <a:t>WiredTiger</a:t>
            </a:r>
            <a:r>
              <a:rPr dirty="0"/>
              <a:t> cache is uncompressed and represented for server-side manipulation.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Filesystem cache can retain the on-disk representation, including compressed data files.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MongoDB process memory also includes query execution, connections and other internal structures.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Therefore: </a:t>
            </a:r>
            <a:r>
              <a:rPr dirty="0" err="1"/>
              <a:t>WiredTiger</a:t>
            </a:r>
            <a:r>
              <a:rPr dirty="0"/>
              <a:t> cache size ≠ </a:t>
            </a:r>
            <a:r>
              <a:rPr dirty="0" err="1"/>
              <a:t>mongod</a:t>
            </a:r>
            <a:r>
              <a:rPr dirty="0"/>
              <a:t> RSS ≠ total Linux memory consumption.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587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MongoDB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784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070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18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WT Cache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154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01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50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Filesystem Cache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846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132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81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Disk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WiredTiger Cache Sizing in MongoDB 8.x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The documented default internal cache size is the larger of 50% of (RAM − 1 GB) or 0.256 GB.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Example: on a 4 GB host, the formula gives about 1.5 GB.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MongoDB recommends avoiding increases above the default unless there is a specific reason.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Container limits and hosts running multiple </a:t>
            </a:r>
            <a:r>
              <a:rPr dirty="0" err="1"/>
              <a:t>mongod</a:t>
            </a:r>
            <a:r>
              <a:rPr dirty="0"/>
              <a:t> processes require additional memory planning.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F2F6FA"/>
                </a:solidFill>
                <a:latin typeface="Aptos"/>
              </a:defRPr>
            </a:pPr>
            <a:r>
              <a:rPr dirty="0"/>
              <a:t>Observe runtime behavior before changing cache configuration.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Inspect the WiredTiger Cache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10789920" cy="438912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17904"/>
            <a:ext cx="10424160" cy="40965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const c = db.serverStatus().wiredTiger.cache;
printjson({
  current: c["bytes currently in the cache"],
  maximum: c["maximum bytes configured"],
  dirty: c["tracked dirty bytes in the cache"],
  readInto: c["bytes read into cache"],
  writtenFrom: c["bytes written from cache"],
  pagesRead: c["pages read into cache"],
  pagesWritten: c["pages written from cache"],
  pagesEvicted: c["pages evicted"]
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B0BECC"/>
                </a:solidFill>
              </a:rPr>
              <a:t>Exact fields can vary across MongoDB 8.x patch releases; inspect the returned object on the running server.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Current-State vs Cumulative Cache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Current state: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bytes currently in the cache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maximum bytes configured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tracked dirty bytes in the cache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Cumulative activity: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bytes read/written from cache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pages read/written into/from cache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pages evicted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Pages: The Storage Engine's Working Units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WiredTiger internally manages pages and B-tree structures rather than treating each MongoDB document as an independent disk block.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Pages can represent collection data, index structures and internal storage structures.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Pages are read into memory when needed and may later be evicted.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page model connects cache behavior to read I/O, dirty data, checkpointing and eviction.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587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Disk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784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070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18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Page Read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154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01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50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WT Cache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846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132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81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Query / Update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Clean Pages vs Dirty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Clean page: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Memory representation is consistent with durable storage.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Can be evicted without persisting a new version.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Dirty page: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Modified in memory; durable storage does not yet reflect the current state.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Must be handled safely before memory can be reclaimed.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Write Lifecycle: Update to Durable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 write changes in-memory storage-engine state and can make affected pages dirty.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journal provides write-ahead durability for changes since the last checkpoint.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Checkpoints establish consistent durable recovery points.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Eviction manages finite cache capacity; dirty pages require safe persistence/reconciliation before reclamation.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3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72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Client Write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268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554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103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WT Transaction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2998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5858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345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Cache / Dirty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3310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17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65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Journal + Checkpoint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362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648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96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Durable Storage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2F6FA"/>
                </a:solidFill>
              </a:rPr>
              <a:t>Eviction and Dirty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0BECC"/>
                </a:solidFill>
              </a:rPr>
              <a:t>Memory pressure, page lifecycle and write-back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Why Eviction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WiredTiger cache is finite and cannot hold an arbitrarily large working set.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Eviction creates room for pages that need to be brought into memory.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Clean pages can be discarded because durable storage already contains the current state.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Dirty pages require safe persistence/reconciliation before memory can be reclaimed.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High eviction activity is not automatically bad; sustained I/O pressure and latency are the important signals.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587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Cache Pressure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784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070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18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Eviction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154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01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50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Clean → Drop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846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132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81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Dirty → Persist Safely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Dirty Data and Write 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An update can create a modified in-memory representation while durable storage still reflects the earlier state.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Dirty data consumes cache capacity and must eventually be persisted safely.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Heavy write workloads can increase dirty bytes, page writes, checkpoint work and storage I/O.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Dirty bytes should be interpreted with workload and disk performance, not as a standalone health threshold.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06908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21538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db.orders.updateOne(
  { _id: 101 },
  { $set: { status: "PROCESSED" } }
);
db.serverStatus().wiredTiger.cache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Eviction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`pages evicted` measures eviction activity over the server's statistics lifetime.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`unmodified pages evicted` is useful for understanding clean-page eviction.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`tracked dirty bytes in the cache` is a current dirty-data indicator.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`pages read into cache` and `pages written from cache` help characterize storage-engine I/O.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Use deltas/rates over time rather than treating cumulative counters as current state.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Working Set vs Cache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 database can be much larger than RAM and still perform well if its active working set fits effectively in memory.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If frequently accessed data continually exceeds effective memory capacity, cache misses and physical I/O can increase.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resulting symptoms are repeated reads, higher storage latency and increased query latency.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Do not diagnose a problem simply because the cache is 90–95% utilized.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587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Working Set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784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070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18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WT Cache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154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01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50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Filesystem Cache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846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132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D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81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Disk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2F6FA"/>
                </a:solidFill>
              </a:rPr>
              <a:t>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0BECC"/>
                </a:solidFill>
              </a:rPr>
              <a:t>Consistent durable state, recovery points and snapshot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What Is a WiredTiger Checkpoint?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 checkpoint is a durable, consistent point-in-time representation of WiredTiger data across the relevant data files.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MongoDB configures WiredTiger to create checkpoints at intervals of about 60 seconds.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While a new checkpoint is being written, the previous checkpoint remains valid.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new checkpoint becomes accessible and permanent when WiredTiger atomically updates its metadata reference.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After the new checkpoint is established, obsolete pages associated with older checkpoints can be reclaimed.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587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MVCC Snapshot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784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070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18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Checkpoint Write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154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01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50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Atomic Metadata Update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846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132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81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Durable Checkpoint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Checkpoint and Crash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Checkpoints provide a known consistent baseline for recovery.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If MongoDB terminates while a new checkpoint is being written, the previous valid checkpoint remains usable.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Checkpointing alone does not preserve every write made since the last checkpoint.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journal bridges the interval between the last checkpoint and the crash.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587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Last Valid Checkpoint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784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070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18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+ Post-Checkpoint Journal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154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01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50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Crash Recovery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846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132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81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Consistent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Checkpoint ≠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Checkpoint: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Internal storage-engine mechanism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Frequent and automatic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Creates a consistent recovery baseline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Backup: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Operational recovery artifact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Designed around RPO/RTO and disaster scenarios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Protects against host loss, storage failure and human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Observe Checkpoint Duration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MongoDB documents this metric as the time, in milliseconds, to create the most recent checkpoint.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An increase under steady write load can indicate saturation of the I/O subsystem.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Correlate checkpoint time with disk latency, throughput and write workload.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1790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const wt = db.serverStatus().wiredTiger;
printjson({
  checkpointTimeMs:
    wt.transaction[
      "transaction checkpoint most recent time (msecs)"
    ]
});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MVCC Snapshot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WiredTiger uses Multi-Version Concurrency Control (MVCC).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At operation start, WiredTiger can provide a point-in-time snapshot of data.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`minSnapshotHistoryWindowInSeconds` controls how long snapshot history is retained.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Longer history increases disk usage because older modified values must be retained.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history store is maintained in `WiredTigerHS.wt` under the configured dbPath.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2F6FA"/>
                </a:solidFill>
              </a:rPr>
              <a:t>Journaling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0BECC"/>
                </a:solidFill>
              </a:rPr>
              <a:t>Write-ahead logging, durability, buffering, recovery and operational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Why Journaling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Checkpointing provides a consistent durable baseline, but checkpoints are not continuous.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 crash can occur after the last checkpoint and before the next checkpoint completes.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Without a journal, MongoDB can recover to a consistent checkpoint but may lose changes made after that checkpoint.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journal preserves changes needed to reconstruct the post-checkpoint state.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Journaling therefore narrows the durability gap between checkpoints.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3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72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Checkpoint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268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554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103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New Writes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2998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5858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D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345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Crash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3310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17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65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Journal Replay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362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648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96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Recovered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WiredTiger Journal = Write-Ahead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WiredTiger journal is a write-ahead log used with checkpoints to provide data durability.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It is distinct from MongoDB's server/application log file.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It is not a second full copy of the database.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journal contains information needed to recover modifications since the last checkpoint.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MongoDB has journaling enabled by default; starting in MongoDB 6.1, journaling cannot be disabled with the old `--nojournal`/`--journal` options.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Journal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WiredTiger creates a journal record for each client-initiated write operation.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record can include internal write operations caused by the initial write.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For example, a document update may also modify one or more indexes; the journal record covers the associated internal modifications.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This gives recovery a coherent record of the write's storage-engine changes.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587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Client Update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784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070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18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Document Change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154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01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50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Index Change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846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132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81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Journal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Journal Buffering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WiredTiger uses in-memory buffering for journal records.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Threads coordinate to allocate and copy records into portions of the journal buffer.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MongoDB documents buffering of journal records up to 128 KB before synchronization conditions force buffered data to disk.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Buffering reduces per-write storage overhead while retaining the durability mechanism.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journal buffer is not the same thing as the WiredTiger data cache.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When Journal Data Is Synchronized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 write with `j: true` requests acknowledgement tied to journal persistence on the relevant server.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For replica-set secondaries, journal synchronization also occurs after batches of oplog entries are applied.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normal journal cadence is controlled by MongoDB's journaling process.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exact durability guarantee depends on journal persistence, write concern, replication and the underlying storage device.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16052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30682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db.orders.insertOne(
  { orderId: 1001, amount: 500 },
  { writeConcern: { j: true } }
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Understanding `j: true`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`j: true` requests acknowledgement after the write has been committed to the journal on the relevant server.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It does not mean the write has been replicated to a majority of replica-set members.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For replication durability, use an appropriate `w` policy and understand how it combines with journal behavior.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End-to-end durability is a combination of storage, journaling and write concern.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20624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35254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{ writeConcern: { j: true } }
{ writeConcern: { w: "majority", j: true } }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Crash Recovery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1. Recovery identifies the last valid checkpoint in the data files.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2. Recovery locates the corresponding journal position/record.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3. Journal records after that checkpoint are replayed.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4. The post-checkpoint changes are reconstructed.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5. MongoDB returns to a consistent state and resumes normal operation.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587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Find Checkpoint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784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070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18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Locate Journal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154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01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50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Replay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846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132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81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Consistent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Journal Retention and Disk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WiredTiger automatically removes journal files no longer needed for recovery from the last checkpoint.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Journal files are pre-allocated.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Required capacity depends on workload, checkpoint size, compression and recovery behavior.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MongoDB documentation warns that insufficient disk space for journal files can cause the server to crash.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Filesystem headroom must therefore include journal activity, data growth and operational reserve.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Journal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WiredTiger journals are compressed by default using Snappy.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compressor can be changed with `storage.wiredTiger.engineConfig.journalCompressor`.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Compression reduces storage and I/O volume but consumes CPU.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Small journal records at or below the documented minimum record size are not compressed.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29768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44398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storage:
  wiredTiger:
    engineConfig:
      journalCompressor: snappy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Inspect Journal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`wiredTiger.log` section exposes statistics related to the WiredTiger write-ahead log.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Use these statistics to understand journal activity rather than inspecting binary journal files manually.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Correlate journal activity with filesystem capacity, disk latency and write workload.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65760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80390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const log = db.serverStatus().wiredTiger.log;
printjson(log);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Journal vs Oplog vs MongoDB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WiredTiger Journal: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Storage-engine write-ahead log; used for crash recovery and durability.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MongoDB Oplog: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Replication history; drives replica-set replication.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MongoDB Server Log: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Operational/diagnostic log; not a recovery journal.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2F6FA"/>
                </a:solidFill>
              </a:rPr>
              <a:t>Concurrency and Tickets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0BECC"/>
                </a:solidFill>
              </a:rPr>
              <a:t>Document-level concurrency, MVCC, optimistic conflicts and the MongoDB 7+/8.x dynamic ticket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WiredTiger Concurrency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WiredTiger uses document-level concurrency control for write operations.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Multiple clients can modify different documents in the same collection concurrently.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For most reads and writes, WiredTiger uses optimistic concurrency control.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MongoDB uses intent locks at global, database and collection levels for most ordinary operations.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If the storage engine detects a conflicting write, one operation can incur a write conflict and MongoDB transparently retries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3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72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Concurrent Ops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268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554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103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Intent Locks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2998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5858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345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MVCC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3310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17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D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65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Conflict Detection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362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648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96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Retry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What Are Concurrency Tickets?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Read and write tickets regulate how many storage-engine transactions can concurrently enter relevant execution paths.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Tickets are an admission/concurrency mechanism—not the same thing as a document lock.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When operations cannot obtain a ticket, they can queue.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Persistent queueing is more meaningful evidence of overload than a low `available` count alone in MongoDB 7+.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587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Incoming Ops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784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070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18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Read / Write Ticket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154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01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50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Storage Engine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846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132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81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Queued if Constrained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MongoDB 7.x / 8.x Dynamic Ticket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Starting in MongoDB 7.0, MongoDB dynamically adjusts the maximum number of concurrent storage-engine transactions.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algorithm is intended to optimize throughput during cluster overload.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maximum does not exceed 128 read tickets and 128 write tickets on a node.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Read and write maximums are equal within a node but can differ across nodes.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dynamic model can produce much lower ticket usage than older fixed-ticket expectations; that is not automatically a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B0BECC"/>
                </a:solidFill>
              </a:rPr>
              <a:t>For MongoDB 8.x, diagnose persistent queued operations rather than assuming a fixed 128-ticket baseline.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Observe Tickets in MongoDB 8.x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`queues.execution.read` reports queue information for concurrent read transactions.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`queues.execution.write` reports queue information for concurrent write transactions.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`queues.execution.monitor` reports dynamic adjustment activity.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MongoDB 8.0 also exposes `queues.ingress` for network admission-control metrics.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65760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80390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const q = db.serverStatus().queues.execution;
printjson({
  read: q.read,
  write: q.write,
  monitor: q.monitor
});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Ticket Exhaustion: Correct Diagnostic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Avoid: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available == 0 → MongoDB is overloaded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Increase ticket counts immediately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Assume locks are the cause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Prefer: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Observe queued operations over time.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Correlate queueing with latency, CPU, I/O and workload.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Investigate slow operations and conflicts.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Treat ticket-limit changes as evidence-driven tuning.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Locks, Write Conflicts and Tickets Are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Locks / intent locks: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Coordinate access at MongoDB resource levels; ordinary writes do not require collection-wide exclusive locking.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Write conflicts: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Arise when concurrent operations contend for the same data/version; MongoDB can retry.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Tickets: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Regulate storage-engine concurrency/admission and can cause operations to queue.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Transactions and WiredTiger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WiredTiger provides the storage-engine transaction mechanisms used by MongoDB.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MVCC snapshots contribute to consistent transactional reads.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Transaction lifetime and snapshot-history retention can affect memory, history-store and disk behavior.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97180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1810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const session = db.getMongo().startSession();
const orders = session.getDatabase("wt_lab").orders;
session.startTransaction();
orders.updateOne(
  { _id: 1 },
  { $set: { status: "PAID" } }
);
orders.updateOne(
  { _id: 2 },
  { $set: { status: "PAID" } }
);
session.commitTransaction();
session.endSession();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2F6FA"/>
                </a:solidFill>
              </a:rPr>
              <a:t>Ubuntu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0BECC"/>
                </a:solidFill>
              </a:rPr>
              <a:t>Commands for correlating WiredTiger behavior with Linux memory, process and storage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Ubuntu: Validate dbPath and Disk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Ubuntu package installations commonly use `/var/lib/mongodb`, but the configured `dbPath` is authoritative.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Monitor both database-directory consumption and filesystem free space.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Never delete or manipulate WiredTiger files manually while mongod is running.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97180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1810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grep -n "dbPath" /etc/mongod.conf
sudo du -sh /var/lib/mongodb
df -h /var/lib/mongodb
sudo ls -lh /var/lib/mongodb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Ubuntu: Memory and mongod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Observe total system memory, mongod RSS and competing processes.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Compare OS memory behavior with WiredTiger cache statistics.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High cache utilization is not the same as memory exhaustion.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06324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20954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free -h
watch -n 2 free -h
pidof mongod
top -p $(pidof mongod)
ps aux | grep mongod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Ubuntu: Disk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Correlate WiredTiger page reads/writes and checkpoint time with Linux storage latency.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Useful `iostat` signals include device utilization, await/latency and read/write throughput.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Storage latency can turn cache misses and checkpoint work into application-visible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15468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30098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# Install if needed
sudo apt install sysstat
# Observe storage continuously
iostat -xz 1
# Virtual-memory / CPU view
vmstat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2F6FA"/>
                </a:solidFill>
              </a:rPr>
              <a:t>Controlled Workload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0BECC"/>
                </a:solidFill>
              </a:rPr>
              <a:t>A repeatable Ubuntu + mongosh workload for observing cache, dirty data, eviction and I/O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Create a Test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Use a dedicated test database so production data is not affected.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dataset creates measurable cache and storage activity on a modest lab VM.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02082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use wt_lab
for (let i = 0; i &lt; 100000; i++) {
  db.orders.insertOne({
    orderId: i,
    customerId: i % 10000,
    status: "NEW",
    amount: Math.floor(Math.random() * 10000),
    description: "WiredTiger workload document " + i,
    createdAt: new Date()
  });
}
db.orders.countDocuments()
db.orders.createIndex({ customerId: 1 })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Capture a WiredTiger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Capture the values before generating additional workload.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Repeat after each workload phase and compare deltas for cumulative counters.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06324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20954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const c = db.serverStatus().wiredTiger.cache;
printjson({
  current: c["bytes currently in the cache"],
  maximum: c["maximum bytes configured"],
  dirty: c["tracked dirty bytes in the cache"],
  pagesRead: c["pages read into cache"],
  pagesWritten: c["pages written from cache"],
  pagesEvicted: c["pages evicted"]
});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Read Workload: Exercise Cache and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Repeated indexed reads exercise the query layer, index structures and cache.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Compare page-read and cache metrics before and after the workload.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Run `iostat -xz 1` concurrently to determine whether reads reach physical storage.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15468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30098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for (let i = 0; i &lt; 100000; i++) {
  db.orders.findOne({
    customerId: i % 10000
  });
}
db.serverStatus().wiredTiger.cache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Write Workload: Generate Dirty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Updates create modified in-memory structures and can increase dirty data.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Observe dirty bytes, pages written and eviction activity.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Correlate with disk write throughput and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15468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30098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for (let i = 0; i &lt; 50000; i++) {
  db.orders.updateOne(
    { _id: i + 1 },
    { $set: { status: "PROCESSED" } }
  );
}
db.serverStatus().wiredTiger.cache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51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Live WiredTiger Monitoring in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Use this in a lab while another shell generates workload.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If a particular mongosh build does not behave as expected with `setInterval()`, execute the statistics block repeatedly or use an external sampling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743200"/>
            <a:ext cx="10789920" cy="297180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889504"/>
            <a:ext cx="10424160" cy="2679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setInterval(() =&gt; {
  const c = db.serverStatus().wiredTiger.cache;
  print("\n=== WiredTiger Cache ===");
  print("Current : " + c["bytes currently in the cache"]);
  print("Maximum : " + c["maximum bytes configured"]);
  print("Dirty   : " + c["tracked dirty bytes in the cache"]);
  print("Read    : " + c["bytes read into cache"]);
  print("Written : " + c["bytes written from cache"]);
  print("Evicted : " + c["pages evicted"]);
}, 5000);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serverStatus(): DBA Diagnostic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`wiredTiger.cache` — cache occupancy, dirty data, page reads/writes and eviction.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`wiredTiger.log` — write-ahead journal statistics.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`wiredTiger.transaction` — transaction and checkpoint statistics.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`queues.execution` — read/write ticket queue information and dynamic adjustment metrics.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`queues.ingress` — MongoDB 8.0 admission-control information.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`connections`, `opcounters`, `transactions`, `locks` — broader server context.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53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2F6FA"/>
                </a:solidFill>
              </a:rPr>
              <a:t>Production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0BECC"/>
                </a:solidFill>
              </a:rPr>
              <a:t>Evidence-based diagnosis: connect WiredTiger metrics to application symptoms and Linux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54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Scenario: MongoDB Suddenly Becomes Slow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Start with application latency and workload changes.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Inspect `serverStatus()` for storage, queues, connections and operation activity.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Inspect WiredTiger cache: current/maximum cache, dirty bytes, page reads/writes and eviction.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Inspect `queues.execution.read` and `.write` for persistent queue growth.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Inspect Linux memory and storage latency.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Check query plans, index changes and slow operations before changing cache or concurrency configuration.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3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D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72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Symptom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268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554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103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MongoDB Metrics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2998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5858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345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WiredTiger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3310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17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65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Linux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362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648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96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Root Cause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Diagnosis Pattern: Cache 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Evidence may include high cache turnover, repeated page-in activity, storage latency and a working set that does not fit effectively in memory.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 high `bytes currently in the cache` value alone is not evidence of a problem.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Look for sustained I/O pressure and user-visible latency.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Before increasing cache, consider filesystem cache, query/index efficiency, competing processes and total RAM.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56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Diagnosis Pattern: Journal / Storage 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Inspect `wiredTiger.log` together with filesystem capacity and disk latency.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Journal, checkpoint and data writes can compete for a constrained storage subsystem.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Ensure sufficient filesystem space for data, journal activity and operational headroom.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Do not disable journaling to solve a performance problem; journaling is always enabled starting in MongoDB 6.1.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57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Diagnosis Pattern: Slow Checkpoints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Inspect `transaction checkpoint most recent time (msecs)`.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 rising checkpoint duration under steady write load can indicate storage I/O saturation.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Check disk latency, throughput and competing I/O sources.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Interpret checkpoint duration with workload and storage characteristics.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58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Diagnosis Pattern: Ticket / Queue 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Use `serverStatus().queues.execution.read` and `.write`.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Persistent growth in queued operations is a stronger overload indicator than a low `available` count.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Correlate queueing with CPU, disk I/O, lock/write-conflict behavior and application workload.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Avoid treating ticket configuration as a first-line tuning knob; MongoDB's dynamic algorithm is designed to adapt.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Storage Engine vs Backup and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WiredTiger mechanisms: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Cache, eviction, checkpoints, journal, MVCC/transactions and compression.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Backup mechanisms: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mongodump/mongorestore, consistent filesystem/block snapshots, MongoDB-managed backup tooling and oplog-based recovery workflows.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Key distinction:</a:t>
            </a:r>
          </a:p>
          <a:p>
            <a:pPr lvl="1">
              <a:spcAft>
                <a:spcPts val="4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A healthy journal does not replace a backup strategy; RPO/RTO requirements determine backup architecture.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Operational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Do not manually delete `.wt`, `WiredTiger*` or journal files from a live dbPath.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Do not infer health from one cache metric.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Do not equate zero/low ticket availability with overload on MongoDB 7+.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Do not confuse WiredTiger journal with MongoDB oplog or server log.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Do not confuse checkpoints with backups.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Treat cache-size and ticket-limit changes as evidence-driven configuration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Complete WiredTiger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Reads seek required pages through cache and underlying storage.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Writes create modified in-memory state and must become durable safely.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Dirty pages consume cache and are eventually persisted/reconciled.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Eviction manages finite cache capacity.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The journal protects the interval between checkpoints.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Checkpoints create consistent durable recovery points.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Tickets and concurrency controls regulate throughput under concurrent load.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99212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44348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Read / Write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7530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0390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3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877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MVCC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7842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0702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189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Cache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154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014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D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501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Dirty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8466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1326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B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813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Journal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87787" y="2880360"/>
            <a:ext cx="228600" cy="0"/>
          </a:xfrm>
          <a:prstGeom prst="line">
            <a:avLst/>
          </a:prstGeom>
          <a:ln w="17780">
            <a:solidFill>
              <a:srgbClr val="B0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416387" y="2423160"/>
            <a:ext cx="1874519" cy="914400"/>
          </a:xfrm>
          <a:prstGeom prst="roundRect">
            <a:avLst/>
          </a:prstGeom>
          <a:solidFill>
            <a:srgbClr val="1D2735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71251" y="2542032"/>
            <a:ext cx="1764791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2F6FA"/>
                </a:solidFill>
              </a:rPr>
              <a:t>Checkpoint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Ubuntu + mongosh Command 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789920" cy="4389120"/>
          </a:xfrm>
          <a:prstGeom prst="roundRect">
            <a:avLst/>
          </a:prstGeom>
          <a:solidFill>
            <a:srgbClr val="080C11"/>
          </a:solidFill>
          <a:ln>
            <a:solidFill>
              <a:srgbClr val="30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72184"/>
            <a:ext cx="10424160" cy="40965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AE5EE"/>
                </a:solidFill>
                <a:latin typeface="Cascadia Mono"/>
              </a:rPr>
              <a:t># MongoDB
mongod --version
mongosh --eval 'db.version()'
# Service / configuration
sudo systemctl status mongod
grep -n "dbPath" /etc/mongod.conf
# Storage
sudo du -sh /var/lib/mongodb
df -h /var/lib/mongodb
# Linux
free -h
vmstat 1
iostat -xz 1
top -p $(pidof mongod)
# MongoDB diagnostics
db.serverStatus().storageEngine
db.serverStatus().wiredTiger.cache
db.serverStatus().wiredTiger.log
db.serverStatus().wiredTiger.transaction
db.serverStatus().queues.execution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WiredTiger is MongoDB's default storage engine and manages persistence, cache, concurrency, checkpoints, journaling and compression.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Cache utilization is a resource state—not by itself a health verdict.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Dirty pages represent modified in-memory state; eviction must handle them safely.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Checkpoints establish consistent durable recovery points.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Journaling bridges the durability gap between checkpoints and supports crash recovery.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MongoDB 7+/8.x uses dynamic storage-engine transaction tickets; persistent queueing is the stronger overload signal.</a:t>
            </a:r>
          </a:p>
          <a:p>
            <a:pPr>
              <a:spcAft>
                <a:spcPts val="8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Production diagnosis requires MongoDB metrics plus Linux memory and I/O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A"/>
                </a:solidFill>
                <a:latin typeface="Aptos Display"/>
              </a:rPr>
              <a:t>References and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ECC"/>
                </a:solidFill>
                <a:latin typeface="Aptos"/>
              </a:rPr>
              <a:t>Primary MongoDB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MongoDB Manual — WiredTiger Storage Engine</a:t>
            </a:r>
            <a:br/>
            <a:r>
              <a:t>https://www.mongodb.com/docs/manual/core/wiredtiger/</a:t>
            </a:r>
          </a:p>
          <a:p>
            <a:pPr>
              <a:spcAft>
                <a:spcPts val="12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MongoDB Manual — Journaling</a:t>
            </a:r>
            <a:br/>
            <a:r>
              <a:t>https://www.mongodb.com/docs/manual/core/journaling/</a:t>
            </a:r>
          </a:p>
          <a:p>
            <a:pPr>
              <a:spcAft>
                <a:spcPts val="12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MongoDB Manual — serverStatus (MongoDB 8.0)</a:t>
            </a:r>
            <a:br/>
            <a:r>
              <a:t>https://www.mongodb.com/docs/v8.0/reference/command/serverstatus/</a:t>
            </a:r>
          </a:p>
          <a:p>
            <a:pPr>
              <a:spcAft>
                <a:spcPts val="12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MongoDB Manual — Configure Journaling for Self-Managed Deployments</a:t>
            </a:r>
            <a:br/>
            <a:r>
              <a:t>https://www.mongodb.com/docs/manual/tutorial/manage-journaling/</a:t>
            </a:r>
          </a:p>
          <a:p>
            <a:pPr>
              <a:spcAft>
                <a:spcPts val="1200"/>
              </a:spcAft>
              <a:defRPr sz="1400">
                <a:solidFill>
                  <a:srgbClr val="F2F6FA"/>
                </a:solidFill>
                <a:latin typeface="Aptos"/>
              </a:defRPr>
            </a:pPr>
            <a:r>
              <a:t>MongoDB Manual — Server Parameters</a:t>
            </a:r>
            <a:br/>
            <a:r>
              <a:t>https://www.mongodb.com/docs/manual/reference/parameters/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2A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ECC"/>
                </a:solidFill>
              </a:rPr>
              <a:t>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4817</Words>
  <Application>Microsoft Office PowerPoint</Application>
  <PresentationFormat>Widescreen</PresentationFormat>
  <Paragraphs>475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Aptos</vt:lpstr>
      <vt:lpstr>Aptos Display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anju munoth</cp:lastModifiedBy>
  <cp:revision>2</cp:revision>
  <dcterms:created xsi:type="dcterms:W3CDTF">2013-01-27T09:14:16Z</dcterms:created>
  <dcterms:modified xsi:type="dcterms:W3CDTF">2026-10-06T04:11:08Z</dcterms:modified>
  <cp:category/>
</cp:coreProperties>
</file>